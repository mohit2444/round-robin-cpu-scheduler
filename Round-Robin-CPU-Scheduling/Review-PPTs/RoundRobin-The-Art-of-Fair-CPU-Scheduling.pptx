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embeddedFontLst>
    <p:embeddedFont>
      <p:font typeface="Cabin"/>
      <p:regular r:id="rId201314"/>
    </p:embeddedFont>
    <p:embeddedFont>
      <p:font typeface="Cabin Bold"/>
      <p:regular r:id="rId201315"/>
    </p:embeddedFont>
    <p:embeddedFont>
      <p:font typeface="Unbounded"/>
      <p:regular r:id="rId201316"/>
    </p:embeddedFont>
    <p:embeddedFont>
      <p:font typeface="Unbounded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440433"/>
            <a:ext cx="4667845" cy="1320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Round‑Robin: The Art of Fair CPU Scheduling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984822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Concise explainer of Round‑Robin CPU scheduling — a preemptive, time‑shared approach that guarantees each process a fair share of the processor via fixed time slices (time quantum).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625525"/>
            <a:ext cx="4667845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Introduction — Key Concepts</a:t>
            </a:r>
            <a:endParaRPr lang="en-US" sz="2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1553989"/>
            <a:ext cx="374005" cy="37400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84585" y="1553989"/>
            <a:ext cx="410683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Time Quantum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1084585" y="1863700"/>
            <a:ext cx="410683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Fixed CPU slice allocated to each runnable process. Determines preemption frequency and responsiveness.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641699"/>
            <a:ext cx="374005" cy="37400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84585" y="2641699"/>
            <a:ext cx="410683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Ready Queue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1084585" y="2951411"/>
            <a:ext cx="410683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Processes wait here in FIFO order. After using their quantum, incomplete jobs are re‑enqueued at the back.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3729410"/>
            <a:ext cx="374005" cy="3740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84585" y="3729410"/>
            <a:ext cx="410683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Fairness &amp; Preemption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1084585" y="4039121"/>
            <a:ext cx="4106838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Round‑Robin prevents starvation by rotating the CPU among processes — it is inherently preemptive.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484412"/>
            <a:ext cx="3865959" cy="21746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59226" y="857622"/>
            <a:ext cx="3865959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Objective &amp; Implementation Goals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759226" y="1711300"/>
            <a:ext cx="3865959" cy="2072060"/>
          </a:xfrm>
          <a:prstGeom prst="rect">
            <a:avLst/>
          </a:prstGeom>
          <a:noFill/>
          <a:ln/>
        </p:spPr>
        <p:txBody>
          <a:bodyPr wrap="square" lIns="0" tIns="59845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Understand preemptive scheduling and measure its behaviour under different quanta.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Implement Round‑Robin in C using a queue data structure to manage ready processes.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Execute each process for min(remaining_time, quantum) and re‑enqueue if incomplete.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Record completion times to compute turnaround and waiting times for analysis.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59226" y="3917975"/>
            <a:ext cx="3865959" cy="382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Practical goal: show how quantum choice trades off throughput, turnaround time and context‑switch overhead.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85775"/>
            <a:ext cx="4667845" cy="7041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Algorithm Logic — Step by Step</a:t>
            </a:r>
            <a:endParaRPr lang="en-US" sz="22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77" y="1414239"/>
            <a:ext cx="4667845" cy="6986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3150" y="1563812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Enqueue arrivals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2262485"/>
            <a:ext cx="4667845" cy="698674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73150" y="2412057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Dispatch front</a:t>
            </a:r>
            <a:endParaRPr lang="en-US" sz="13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77" y="3110731"/>
            <a:ext cx="4667845" cy="698674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73150" y="3260303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Update clock &amp; remaining</a:t>
            </a:r>
            <a:endParaRPr lang="en-US" sz="135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77" y="3958977"/>
            <a:ext cx="4667845" cy="698674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673150" y="4108549"/>
            <a:ext cx="43687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Finish or re‑enqueue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23714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Sample Test Cases &amp; Practical Notes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74986"/>
            <a:ext cx="746522" cy="4613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7102" y="1674986"/>
            <a:ext cx="164075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 Case 1 — Interleaving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57102" y="2204665"/>
            <a:ext cx="1640756" cy="16757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P1=5, P2=3, Quantum=2 → Execution: P1(2) → P2(2) → P1(2) → P2(1) → P1(1). Both complete after multiple slices; demonstrates interleaving and fairness.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860" y="1674986"/>
            <a:ext cx="746522" cy="4613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18384" y="1674986"/>
            <a:ext cx="1640756" cy="659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 Case 2 — Quantum ≥ Burst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18384" y="2424633"/>
            <a:ext cx="1640756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P1=2, P2=2, Quantum=4 → Execution: P1(2) → P2(2). Behaviour reduces to FCFS when quantum exceeds bursts; fewer context switches.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143" y="1674986"/>
            <a:ext cx="746522" cy="4613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1674986"/>
            <a:ext cx="1640756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Test Case 3 — Long Job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204665"/>
            <a:ext cx="1640756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P1=10, Quantum=3 → Execution: P1(3) → P1(3) → P1(3) → P1(1). Long jobs are sliced across multiple rotations; responsiveness for others improves at cost of more context switches.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2026-08-17T09:22:37Z</dcterms:created>
  <dcterms:modified xsi:type="dcterms:W3CDTF">2026-08-17T09:22:37Z</dcterms:modified>
</cp:coreProperties>
</file>